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E8A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PLATFORM  ·  KAM QUICK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Sign 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sales.jmfinancelab.com — no password, just your JPS email and a one-time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9110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1911096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Shape 7"/>
          <p:cNvSpPr/>
          <p:nvPr/>
        </p:nvSpPr>
        <p:spPr>
          <a:xfrm>
            <a:off x="1165860" y="214884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48840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936" y="2926080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site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" y="3657600"/>
            <a:ext cx="161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sales.jmfinancelab.com and enter your @jpsco.com email address.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32304" y="3063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816352" y="1874520"/>
            <a:ext cx="19110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16352" y="1874520"/>
            <a:ext cx="1911096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9292" y="214884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2148840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944368" y="2926080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62656" y="3657600"/>
            <a:ext cx="161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6-digit sign-in code arrives in your inbox within seconds.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45736" y="3063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129784" y="1874520"/>
            <a:ext cx="19110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9784" y="1874520"/>
            <a:ext cx="1911096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3" name="Shape 21"/>
          <p:cNvSpPr/>
          <p:nvPr/>
        </p:nvSpPr>
        <p:spPr>
          <a:xfrm>
            <a:off x="5792724" y="214884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5129784" y="2148840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57800" y="2926080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76088" y="3657600"/>
            <a:ext cx="161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 in to verify — that's it, no password to create or remember.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59168" y="3063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443216" y="1874520"/>
            <a:ext cx="19110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43216" y="1874520"/>
            <a:ext cx="1911096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0" name="Shape 28"/>
          <p:cNvSpPr/>
          <p:nvPr/>
        </p:nvSpPr>
        <p:spPr>
          <a:xfrm>
            <a:off x="8106156" y="214884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7443216" y="2148840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71232" y="2926080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approval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0" y="3657600"/>
            <a:ext cx="161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logins land on "Pending Approval" until FP&amp;A assigns your role.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72600" y="30632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9756648" y="1874520"/>
            <a:ext cx="191109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56648" y="1874520"/>
            <a:ext cx="1911096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19588" y="214884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8" name="Text 36"/>
          <p:cNvSpPr/>
          <p:nvPr/>
        </p:nvSpPr>
        <p:spPr>
          <a:xfrm>
            <a:off x="9756648" y="2148840"/>
            <a:ext cx="1911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884664" y="2926080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02952" y="3657600"/>
            <a:ext cx="161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and you'll see your accounts under the Commercial tab.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8A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257800"/>
            <a:ext cx="73152" cy="822960"/>
          </a:xfrm>
          <a:prstGeom prst="rect">
            <a:avLst/>
          </a:prstGeom>
          <a:solidFill>
            <a:srgbClr val="E8A00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257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usually same-day.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get an email once your account is active — sign in again from the same link.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6355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issues?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Jordache Wilson, FP&amp;A  ·  jwilson@jpsco.com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E8A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PLATFORM  ·  KAM QUICK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389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Update Your Forecast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to work from once you're in — both save live and are visible platform-wide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831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82296" cy="1600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12598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259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659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tab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65960" y="205740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or update account notes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24688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Commercial tab and find your accounts (filter by KAM if the list is long).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✏ Add note (or the existing note) on any account to log what's driving their usage — a closure, a new line opening, equipment down, anything relevant.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timestamped to you and visible to FP&amp;A immediately.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111831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566160"/>
            <a:ext cx="82296" cy="1600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00050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005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96596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Forecast tab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65960" y="3931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and correct the forecast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65960" y="43434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Driver Forecast tab to see the system's projected volume for each of your accounts.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know better than the model — an expansion, a loss, a temporary shutdown — enter a corrected value with a short reason.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is logged (who, when, why) and flows straight into the RC Forecast Report.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440680"/>
            <a:ext cx="11183112" cy="411480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no separate "Submit" step.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and every forecast edit saves the moment you confirm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355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issues?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Jordache Wilson, FP&amp;A  ·  jwilson@jpsco.com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Platform — KAM Quick Start</dc:title>
  <dc:subject>PptxGenJS Presentation</dc:subject>
  <dc:creator>JPS FP&amp;A</dc:creator>
  <cp:lastModifiedBy>JPS FP&amp;A</cp:lastModifiedBy>
  <cp:revision>1</cp:revision>
  <dcterms:created xsi:type="dcterms:W3CDTF">2026-08-19T14:30:57Z</dcterms:created>
  <dcterms:modified xsi:type="dcterms:W3CDTF">2026-08-19T14:30:57Z</dcterms:modified>
</cp:coreProperties>
</file>